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3348f97d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3348f97d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3348f97d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3348f97d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3348f97d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3348f97d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3348f97d4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3348f97d4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3348f97d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3348f97d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3348f97d4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3348f97d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Managing Data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 1 </a:t>
            </a:r>
            <a:br>
              <a:rPr lang="en-GB"/>
            </a:br>
            <a:r>
              <a:rPr lang="en-GB"/>
              <a:t>Fangzhe 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883259" y="26355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File Organisation &amp; Version Control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2363250" y="2242975"/>
            <a:ext cx="4417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Learning Objectives:</a:t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Organise digital files using folder hierarchies</a:t>
            </a:r>
            <a:b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Apply proper naming conventions for files and folders</a:t>
            </a:r>
            <a:b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Understand the concept of version control</a:t>
            </a:r>
            <a:b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Describe the purpose of Git and how it supports teamwork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643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File Organisation?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405900"/>
            <a:ext cx="3686100" cy="30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File organisation is the method of arranging digital files and folders in a logical, structured way to make them easy to locate, access, and manage.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Keeps your projects clean and manageable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Makes files easier to find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Prevents duplication or misplaced documents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900" y="1740800"/>
            <a:ext cx="1838325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643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Naming Conventions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405900"/>
            <a:ext cx="3686100" cy="30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Naming conventions are a set of agreed rules or guidelines used to create clear, consistent, and meaningful file and folder names.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Identify a file’s purpose, version, or date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Avoid confusion or duplication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Improve file search and organisation across teams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175750" y="1936350"/>
            <a:ext cx="30861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Best practices: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Use lowercase letters and underscores or hyphens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Include key info: purpose, version, and date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Use ISO date format: </a:t>
            </a:r>
            <a:r>
              <a:rPr lang="en-GB" sz="1100">
                <a:latin typeface="Roboto Mono"/>
                <a:ea typeface="Roboto Mono"/>
                <a:cs typeface="Roboto Mono"/>
                <a:sym typeface="Roboto Mono"/>
              </a:rPr>
              <a:t>YYYY-MM-DD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643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Version Control?</a:t>
            </a:r>
            <a:endParaRPr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819150" y="1405900"/>
            <a:ext cx="3686100" cy="30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Version control is a system that records every change made to a file.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do we use it?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Tracks changes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Restores old versions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Prevents overwriting others’ work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750" y="1770373"/>
            <a:ext cx="3686099" cy="2104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19150" y="643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Git?</a:t>
            </a:r>
            <a:endParaRPr/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819150" y="1405900"/>
            <a:ext cx="3686100" cy="30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Git is a distributed version control system used to track changes in files and coordinate work among multiple people.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do we use it?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snapshots of your work (commits)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back to earlier versions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 who changed what and when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changes from multiple team members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792550" y="4046375"/>
            <a:ext cx="384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Git is one of the </a:t>
            </a:r>
            <a:r>
              <a:rPr b="1" lang="en-GB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most widely used</a:t>
            </a: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version control tools in software development and digital projects.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225" y="1710550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4018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Teams Use Git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819150" y="1163850"/>
            <a:ext cx="3686100" cy="3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Git: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conflicts are common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Team members may accidentally overwrite each other’s work when editing the same file.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confusion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Multiple versions of the same file make it difficult to identify the latest or correct version.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rollback option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Once a mistake is saved, it's hard or impossible to recover a previous version without backups.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accountability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You can't track who made specific changes, or when and why they were made.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1" name="Google Shape;171;p19"/>
          <p:cNvSpPr txBox="1"/>
          <p:nvPr>
            <p:ph idx="2" type="body"/>
          </p:nvPr>
        </p:nvSpPr>
        <p:spPr>
          <a:xfrm>
            <a:off x="4638675" y="1163850"/>
            <a:ext cx="3686100" cy="35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Git: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Isolated development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Each team member works on their own branch or copy of the project, reducing the risk of conflicts.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Controlled merging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Git allows you to combine everyone’s contributions into a single version, resolving conflicts safely and efficiently.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history tracking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Every change is saved with a timestamp, author name, and a descriptive message — providing a transparent record of project development.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rollback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You can revert to any previous version of a file or project if something goes wrong.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004300" y="326750"/>
            <a:ext cx="3477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b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Git = Version control tool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GitHub = Cloud platform for team projects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